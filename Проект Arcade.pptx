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591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925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381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780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041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879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147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017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988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183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79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432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64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015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702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7472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13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893ABD6-5CFA-4F97-9023-16465F613186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6DF8E1A-2169-454D-A793-7380F7E78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961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62C6A2-2E02-4348-8A17-A0703355EE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 </a:t>
            </a:r>
            <a:r>
              <a:rPr lang="en-US" dirty="0"/>
              <a:t>Arcade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51D478-B354-45C8-BC42-D254C633DA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Гонки</a:t>
            </a:r>
          </a:p>
        </p:txBody>
      </p:sp>
    </p:spTree>
    <p:extLst>
      <p:ext uri="{BB962C8B-B14F-4D97-AF65-F5344CB8AC3E}">
        <p14:creationId xmlns:p14="http://schemas.microsoft.com/office/powerpoint/2010/main" val="135614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73A7CF-AE39-4B00-840D-32DEFE0EE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CA4484-D321-4C29-AD9A-7AC323991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Разработанная гоночная игра на Python предлагает динамичный геймплей с управляемой игроком машиной и автономными AI-соперниками на детализированных трассах, созданных в редакторе </a:t>
            </a:r>
            <a:r>
              <a:rPr lang="ru-RU" dirty="0" err="1"/>
              <a:t>Tiled</a:t>
            </a:r>
            <a:r>
              <a:rPr lang="ru-RU" dirty="0"/>
              <a:t>. Проект реализует реалистичную физику коллизий, систему уровней сложности и интуитивный интерфейс с поддержкой плавного перехода между меню и игровым процессом. Кроссплатформенная архитектура обеспечивает стабильную работу на различных операционных системах, демонстрируя эффективное использование библиотеки </a:t>
            </a:r>
            <a:r>
              <a:rPr lang="ru-RU" dirty="0" err="1"/>
              <a:t>Arcade</a:t>
            </a:r>
            <a:r>
              <a:rPr lang="ru-RU" dirty="0"/>
              <a:t> для создания полноценного 2D-игрового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72159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B317E-AFC0-4C93-9D5F-93FE5D04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 уровень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F409D59-952B-4B3E-ABE3-2A7ACB039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1862" y="2293882"/>
            <a:ext cx="5817476" cy="3858882"/>
          </a:xfrm>
        </p:spPr>
      </p:pic>
    </p:spTree>
    <p:extLst>
      <p:ext uri="{BB962C8B-B14F-4D97-AF65-F5344CB8AC3E}">
        <p14:creationId xmlns:p14="http://schemas.microsoft.com/office/powerpoint/2010/main" val="292866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5D11D-2225-45EB-86A4-9E265A27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уровни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0102B6-9276-4E27-8531-C9D774CEA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Первый уровень представляет собой начальную трассу с простой конфигурацией — прямыми участками и плавными поворотами, где AI-соперники двигаются на минимальной скорости (3 единицы), что позволяет игроку освоить базовое управление и механику коллизий. Второй уровень усложняет геймплей за счет введения более извилистой трассы с узкими проходами, увеличением скорости AI-машин до 5 единиц и добавлением статических препятствий, требующих повышенной точности маневрирования. Третий уровень является наиболее </a:t>
            </a:r>
            <a:r>
              <a:rPr lang="ru-RU" dirty="0" err="1"/>
              <a:t>challenging</a:t>
            </a:r>
            <a:r>
              <a:rPr lang="ru-RU" dirty="0"/>
              <a:t> — здесь трасса включает крутые повороты, динамические препятствия (например, движущиеся барьеры), скорость AI-соперников возрастает до 7 единиц, а для успешного завершения требуется идеальное владение управлением и стратегическое планирование траектории движения.</a:t>
            </a:r>
          </a:p>
        </p:txBody>
      </p:sp>
    </p:spTree>
    <p:extLst>
      <p:ext uri="{BB962C8B-B14F-4D97-AF65-F5344CB8AC3E}">
        <p14:creationId xmlns:p14="http://schemas.microsoft.com/office/powerpoint/2010/main" val="1993320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100190-84A1-482F-937D-4E102F662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29B6A5-3C28-47C9-9C7E-FB7A88E6D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 заключение, разработанный проект успешно реализует концепцию гоночной игры на Python, демонстрируя эффективное использование библиотеки </a:t>
            </a:r>
            <a:r>
              <a:rPr lang="ru-RU" dirty="0" err="1"/>
              <a:t>Arcade</a:t>
            </a:r>
            <a:r>
              <a:rPr lang="ru-RU" dirty="0"/>
              <a:t> для создания интерактивного 2D-приложения с поддержкой графического интерфейса, физики коллизий и искусственного интеллекта. Игра предлагает прогрессирующую систему уровней сложности, интуитивное управление и модульную архитектуру, обеспечивающую стабильную работу на различных платформах. Проект служит практическим примером интеграции современных игровых технологий и может быть расширен за счет добавления новых трасс, машин и игровых механик, подтверждая свою ценность как учебный материал и основа для дальнейшей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7279008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</TotalTime>
  <Words>272</Words>
  <Application>Microsoft Office PowerPoint</Application>
  <PresentationFormat>Широкоэкранный</PresentationFormat>
  <Paragraphs>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Garamond</vt:lpstr>
      <vt:lpstr>Натуральные материалы</vt:lpstr>
      <vt:lpstr>Проект Arcade</vt:lpstr>
      <vt:lpstr>Описание игры</vt:lpstr>
      <vt:lpstr>1 уровень</vt:lpstr>
      <vt:lpstr>Про уровни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Arcade</dc:title>
  <dc:creator>User</dc:creator>
  <cp:lastModifiedBy>User</cp:lastModifiedBy>
  <cp:revision>1</cp:revision>
  <dcterms:created xsi:type="dcterms:W3CDTF">2026-01-19T19:39:57Z</dcterms:created>
  <dcterms:modified xsi:type="dcterms:W3CDTF">2026-01-19T19:46:31Z</dcterms:modified>
</cp:coreProperties>
</file>